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0D2"/>
    <a:srgbClr val="007C6E"/>
    <a:srgbClr val="000000"/>
    <a:srgbClr val="1CFFE4"/>
    <a:srgbClr val="00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9CD1-D62F-74DF-B62E-2D1579B71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3083C-D3AC-7E33-BDA0-6E153185D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AA7AF-5C23-F441-A7D6-97149D18E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90A21-5E60-7DA6-D2E9-9139D033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065B-A36E-2E68-5F37-999E8352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15A7-E5E2-769B-4E90-786FA674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3C16-14EF-4FAF-6B23-9D0C441A6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78059-568E-9CFD-825B-3C703569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D6B6-8D1A-8851-4EC9-88CA11C5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A6243-0F1C-0B57-4E4E-8C3D8135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1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2922-EFFE-BBE2-590C-B6FFC0D5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277C1-7512-34A0-6538-749A073B7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5102-FE20-AE76-EFB0-94E1B710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4A1D-0ECB-FE19-D3CF-6DD36E49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91CB-F282-0FBA-59B0-D7F964FA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2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A0C5-1734-C568-AE03-34150371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0ED1-A0AC-D1CC-3309-6D31E29B8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37E1D-D6F3-A354-3CD6-B707E0B32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FE056-D094-E017-39B8-65062012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414CE-45E4-990C-5248-CB90F572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01A67-FFC0-7190-AFF7-2C5EF3BF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ED2E-7625-CDC8-0F8D-52FD653A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8525D-A587-6F52-A3B7-2C7E63A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65B8F-0F4A-D044-EA15-11C093C31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ABBB4-27A1-05C0-7856-D4D9A2CAA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D8AA3-6835-76D0-A890-C60D3550B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DDD00-B33F-9878-009A-367EFC6D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7AC42-9F90-B7C8-08B4-3EAD71B4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2DC6D-516D-8DE0-3DE0-84B833DD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1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CF0F-76CF-C60D-169C-F19A2E98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6ED08-DFD5-8A3D-5B10-742D1840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28689-7F6C-0FC6-6BEA-089DFB79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DADFE-2698-D91C-2B88-181F2F0F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1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93EB6-9798-260E-ADEA-32AE65BB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943DC-1FFE-4E8C-F089-A9C4B655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80D9B-EF23-8AD9-1CFA-FFEB31A3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9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275A-DA04-06ED-66F9-A0CB83D9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4A807-BBB7-350A-2728-07BDFA3AB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81D5F-740F-0068-4DE5-8485F63A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12852-E4E1-A420-80DC-D6BF15B3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C58DE-909C-226B-AC76-A8F2D919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4E78F-BE85-7437-0CAA-29298FC4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6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A2EF-D74F-7F68-EC76-9065362E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46443-BAA2-EB71-AD8C-CCCFA7F46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AD89B-74BA-20EA-1146-19A1EA060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595F4-A0D8-3199-AC95-EBD0A046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B563C-EB64-BFF4-9557-A6A99E81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5F72C-828D-7F4B-CEB3-28B3AB41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3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F32B-CF5F-8622-7ED0-F0E134C2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31E17-DD0C-E885-3A08-5A1E034C8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83212-71E6-F34C-6073-19A5F43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7BC1E-8009-42FD-7ADE-C3933FCF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CB99-21B1-40B7-1A27-46F5AB07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5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5E86-EA48-163F-72E8-97217C774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5B467-2ACC-0480-1583-A63A0BD02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92DE-ACE0-22C9-6482-02619192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80447-EC5E-BE1F-B9D2-676E02BE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EBA6-5629-D2CF-87F4-E23E0CB2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4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67DA7-C124-F189-FF13-97818792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4507-A412-EEEF-3EE1-9D620073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70426-69FC-1315-2B2A-5EFFF7733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CBD62-5B27-4547-AB52-DDA8331589A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9981F-9612-9B2E-EAFF-32B2D3EC2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39259-C566-330C-BB03-1DCAFAEE8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91237-01E1-4146-AE84-CEBCF4E6E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13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FFE4">
                <a:lumMod val="60000"/>
                <a:lumOff val="40000"/>
              </a:srgbClr>
            </a:gs>
            <a:gs pos="45000">
              <a:srgbClr val="007C6E"/>
            </a:gs>
            <a:gs pos="100000">
              <a:srgbClr val="000000">
                <a:lumMod val="85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496C-5572-E5DA-2D97-F318BDDAB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F7FD2-6F09-9863-539A-B9E301FE4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221DC5-D254-2E53-88C6-9A62A91B03C4}"/>
              </a:ext>
            </a:extLst>
          </p:cNvPr>
          <p:cNvSpPr/>
          <p:nvPr/>
        </p:nvSpPr>
        <p:spPr>
          <a:xfrm>
            <a:off x="2651760" y="883920"/>
            <a:ext cx="1178560" cy="873760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ABC2E-A713-1577-771D-57AE7270B1C2}"/>
              </a:ext>
            </a:extLst>
          </p:cNvPr>
          <p:cNvSpPr/>
          <p:nvPr/>
        </p:nvSpPr>
        <p:spPr>
          <a:xfrm>
            <a:off x="4013200" y="883920"/>
            <a:ext cx="1178560" cy="873760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9F870-0ABF-8151-D429-1F33E7DF6DC0}"/>
              </a:ext>
            </a:extLst>
          </p:cNvPr>
          <p:cNvSpPr/>
          <p:nvPr/>
        </p:nvSpPr>
        <p:spPr>
          <a:xfrm>
            <a:off x="5376333" y="883920"/>
            <a:ext cx="1178560" cy="873760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0DA993-7D6D-2AA7-48AF-8568AF6E64B0}"/>
              </a:ext>
            </a:extLst>
          </p:cNvPr>
          <p:cNvSpPr/>
          <p:nvPr/>
        </p:nvSpPr>
        <p:spPr>
          <a:xfrm>
            <a:off x="6849533" y="883920"/>
            <a:ext cx="1178560" cy="873760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3D892F-5C04-7320-D648-70FD2C342697}"/>
              </a:ext>
            </a:extLst>
          </p:cNvPr>
          <p:cNvSpPr/>
          <p:nvPr/>
        </p:nvSpPr>
        <p:spPr>
          <a:xfrm>
            <a:off x="8229600" y="883920"/>
            <a:ext cx="1178560" cy="873760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6AE1E-F09B-BE20-4C76-90844F384F50}"/>
              </a:ext>
            </a:extLst>
          </p:cNvPr>
          <p:cNvSpPr/>
          <p:nvPr/>
        </p:nvSpPr>
        <p:spPr>
          <a:xfrm>
            <a:off x="9558867" y="795867"/>
            <a:ext cx="2413000" cy="1811866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FA1DF7-9862-3C6C-3BB3-36C91A79D156}"/>
              </a:ext>
            </a:extLst>
          </p:cNvPr>
          <p:cNvSpPr/>
          <p:nvPr/>
        </p:nvSpPr>
        <p:spPr>
          <a:xfrm>
            <a:off x="2634827" y="1935163"/>
            <a:ext cx="1530773" cy="3318933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796E0-99BB-0F40-D1E0-C204870BE264}"/>
              </a:ext>
            </a:extLst>
          </p:cNvPr>
          <p:cNvSpPr/>
          <p:nvPr/>
        </p:nvSpPr>
        <p:spPr>
          <a:xfrm>
            <a:off x="4326467" y="1938867"/>
            <a:ext cx="5147733" cy="3318933"/>
          </a:xfrm>
          <a:prstGeom prst="rect">
            <a:avLst/>
          </a:prstGeom>
          <a:noFill/>
          <a:effectLst>
            <a:glow rad="889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972481-E9EE-0793-9A2C-B7294CDE5366}"/>
              </a:ext>
            </a:extLst>
          </p:cNvPr>
          <p:cNvSpPr/>
          <p:nvPr/>
        </p:nvSpPr>
        <p:spPr>
          <a:xfrm>
            <a:off x="9660467" y="2846176"/>
            <a:ext cx="2336800" cy="3877734"/>
          </a:xfrm>
          <a:prstGeom prst="rect">
            <a:avLst/>
          </a:prstGeom>
          <a:noFill/>
          <a:effectLst>
            <a:glow rad="1905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7EC6D-EEAD-C6A0-2183-33CFC2760220}"/>
              </a:ext>
            </a:extLst>
          </p:cNvPr>
          <p:cNvSpPr/>
          <p:nvPr/>
        </p:nvSpPr>
        <p:spPr>
          <a:xfrm>
            <a:off x="2651760" y="5342467"/>
            <a:ext cx="6822440" cy="1397000"/>
          </a:xfrm>
          <a:prstGeom prst="rect">
            <a:avLst/>
          </a:prstGeom>
          <a:noFill/>
          <a:effectLst>
            <a:glow rad="76200">
              <a:srgbClr val="00F0D2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Verma</dc:creator>
  <cp:lastModifiedBy>Aditya Verma</cp:lastModifiedBy>
  <cp:revision>1</cp:revision>
  <dcterms:created xsi:type="dcterms:W3CDTF">2025-12-11T09:58:56Z</dcterms:created>
  <dcterms:modified xsi:type="dcterms:W3CDTF">2025-12-11T11:03:07Z</dcterms:modified>
</cp:coreProperties>
</file>